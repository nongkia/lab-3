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48A1-840D-4AD9-86B2-C5E37B8630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D64A7-3DE3-4D27-8204-DCA231185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79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48A1-840D-4AD9-86B2-C5E37B8630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D64A7-3DE3-4D27-8204-DCA231185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7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48A1-840D-4AD9-86B2-C5E37B8630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D64A7-3DE3-4D27-8204-DCA231185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27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48A1-840D-4AD9-86B2-C5E37B8630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D64A7-3DE3-4D27-8204-DCA231185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06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48A1-840D-4AD9-86B2-C5E37B8630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D64A7-3DE3-4D27-8204-DCA231185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4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48A1-840D-4AD9-86B2-C5E37B8630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D64A7-3DE3-4D27-8204-DCA231185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51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48A1-840D-4AD9-86B2-C5E37B8630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D64A7-3DE3-4D27-8204-DCA231185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390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48A1-840D-4AD9-86B2-C5E37B8630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D64A7-3DE3-4D27-8204-DCA231185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40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48A1-840D-4AD9-86B2-C5E37B8630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D64A7-3DE3-4D27-8204-DCA231185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68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48A1-840D-4AD9-86B2-C5E37B8630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D64A7-3DE3-4D27-8204-DCA231185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3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48A1-840D-4AD9-86B2-C5E37B8630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D64A7-3DE3-4D27-8204-DCA231185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556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648A1-840D-4AD9-86B2-C5E37B86304D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D64A7-3DE3-4D27-8204-DCA231185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4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52337" y="260059"/>
            <a:ext cx="2097249" cy="602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 Member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52337" y="862305"/>
            <a:ext cx="2097249" cy="3624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Name, email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52337" y="2066255"/>
            <a:ext cx="2097249" cy="602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 Book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52337" y="2668501"/>
            <a:ext cx="2097248" cy="6878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BookName</a:t>
            </a:r>
            <a:r>
              <a:rPr lang="en-US" dirty="0" smtClean="0"/>
              <a:t>, </a:t>
            </a:r>
            <a:r>
              <a:rPr lang="en-US" dirty="0" err="1" smtClean="0"/>
              <a:t>WritedName</a:t>
            </a:r>
            <a:r>
              <a:rPr lang="en-US" dirty="0" smtClean="0"/>
              <a:t>, Status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77504" y="4201704"/>
            <a:ext cx="2072081" cy="602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Class Borrow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77504" y="4822237"/>
            <a:ext cx="2072082" cy="572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Id, </a:t>
            </a:r>
            <a:r>
              <a:rPr lang="en-US" dirty="0" err="1" smtClean="0"/>
              <a:t>BorrowDay</a:t>
            </a:r>
            <a:r>
              <a:rPr lang="en-US" dirty="0" smtClean="0"/>
              <a:t> </a:t>
            </a:r>
          </a:p>
          <a:p>
            <a:pPr algn="ctr"/>
            <a:r>
              <a:rPr lang="en-US" dirty="0" smtClean="0"/>
              <a:t>, </a:t>
            </a:r>
            <a:r>
              <a:rPr lang="th-TH" dirty="0" smtClean="0"/>
              <a:t>คืน</a:t>
            </a:r>
            <a:r>
              <a:rPr lang="en-US" dirty="0" smtClean="0"/>
              <a:t>Day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52337" y="1224793"/>
            <a:ext cx="2097249" cy="60224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Methot</a:t>
            </a:r>
            <a:r>
              <a:rPr lang="en-US" dirty="0" smtClean="0"/>
              <a:t> </a:t>
            </a:r>
            <a:r>
              <a:rPr lang="en-US" dirty="0" err="1" smtClean="0"/>
              <a:t>MemberInfo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52336" y="3360242"/>
            <a:ext cx="2097249" cy="5704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Method </a:t>
            </a:r>
            <a:r>
              <a:rPr lang="en-US" dirty="0" err="1" smtClean="0"/>
              <a:t>BookInfo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377504" y="5394347"/>
            <a:ext cx="2072082" cy="6627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Method </a:t>
            </a:r>
            <a:r>
              <a:rPr lang="en-US" dirty="0" err="1" smtClean="0"/>
              <a:t>BorrowInfo</a:t>
            </a:r>
            <a:endParaRPr lang="en-US" dirty="0"/>
          </a:p>
        </p:txBody>
      </p:sp>
      <p:cxnSp>
        <p:nvCxnSpPr>
          <p:cNvPr id="16" name="Elbow Connector 15"/>
          <p:cNvCxnSpPr>
            <a:stCxn id="12" idx="2"/>
            <a:endCxn id="8" idx="0"/>
          </p:cNvCxnSpPr>
          <p:nvPr/>
        </p:nvCxnSpPr>
        <p:spPr>
          <a:xfrm rot="5400000">
            <a:off x="1281354" y="1946647"/>
            <a:ext cx="239216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13" idx="2"/>
            <a:endCxn id="10" idx="0"/>
          </p:cNvCxnSpPr>
          <p:nvPr/>
        </p:nvCxnSpPr>
        <p:spPr>
          <a:xfrm rot="16200000" flipH="1">
            <a:off x="1271748" y="4059907"/>
            <a:ext cx="271010" cy="1258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61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Cordia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</dc:creator>
  <cp:lastModifiedBy>COM</cp:lastModifiedBy>
  <cp:revision>2</cp:revision>
  <dcterms:created xsi:type="dcterms:W3CDTF">2026-10-07T08:49:39Z</dcterms:created>
  <dcterms:modified xsi:type="dcterms:W3CDTF">2026-10-07T08:55:53Z</dcterms:modified>
</cp:coreProperties>
</file>